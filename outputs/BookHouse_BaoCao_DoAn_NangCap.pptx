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abe1575bb426a" /><Relationship Type="http://schemas.openxmlformats.org/officeDocument/2006/relationships/extended-properties" Target="/docProps/app.xml" Id="R610e7630db504c6b" /><Relationship Type="http://schemas.openxmlformats.org/officeDocument/2006/relationships/officeDocument" Target="/ppt/presentation.xml" Id="R6a39f9d1f17c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fef4b908d473b"/>
  </p:sldMasterIdLst>
  <p:notesMasterIdLst>
    <p:notesMasterId xmlns:r="http://schemas.openxmlformats.org/officeDocument/2006/relationships" r:id="R3f44ea4c0223438c"/>
  </p:notesMasterIdLst>
  <p:sldIdLst>
    <p:sldId xmlns:r="http://schemas.openxmlformats.org/officeDocument/2006/relationships" id="256" r:id="R39e0007fa2fe4bd0"/>
    <p:sldId xmlns:r="http://schemas.openxmlformats.org/officeDocument/2006/relationships" id="257" r:id="Rbc9094e9a39f4514"/>
    <p:sldId xmlns:r="http://schemas.openxmlformats.org/officeDocument/2006/relationships" id="258" r:id="R95e86c832dd04c0b"/>
    <p:sldId xmlns:r="http://schemas.openxmlformats.org/officeDocument/2006/relationships" id="259" r:id="R3552beef20e845bf"/>
    <p:sldId xmlns:r="http://schemas.openxmlformats.org/officeDocument/2006/relationships" id="260" r:id="R06db39cccc6c4ba0"/>
    <p:sldId xmlns:r="http://schemas.openxmlformats.org/officeDocument/2006/relationships" id="261" r:id="R1b058fb06892486b"/>
    <p:sldId xmlns:r="http://schemas.openxmlformats.org/officeDocument/2006/relationships" id="262" r:id="R4a28446d46e84512"/>
    <p:sldId xmlns:r="http://schemas.openxmlformats.org/officeDocument/2006/relationships" id="263" r:id="Rbcc99228101d4d77"/>
    <p:sldId xmlns:r="http://schemas.openxmlformats.org/officeDocument/2006/relationships" id="264" r:id="R825b4047376741fe"/>
    <p:sldId xmlns:r="http://schemas.openxmlformats.org/officeDocument/2006/relationships" id="265" r:id="Re106512984c24bfa"/>
    <p:sldId xmlns:r="http://schemas.openxmlformats.org/officeDocument/2006/relationships" id="266" r:id="R84228485aec84300"/>
    <p:sldId xmlns:r="http://schemas.openxmlformats.org/officeDocument/2006/relationships" id="267" r:id="Rf496ee9a9380477e"/>
    <p:sldId xmlns:r="http://schemas.openxmlformats.org/officeDocument/2006/relationships" id="268" r:id="R3b7d159fef574a2e"/>
    <p:sldId xmlns:r="http://schemas.openxmlformats.org/officeDocument/2006/relationships" id="269" r:id="R41ac42028be64894"/>
    <p:sldId xmlns:r="http://schemas.openxmlformats.org/officeDocument/2006/relationships" id="270" r:id="R2037379231a841da"/>
    <p:sldId xmlns:r="http://schemas.openxmlformats.org/officeDocument/2006/relationships" id="271" r:id="R1184a24a57a2495d"/>
    <p:sldId xmlns:r="http://schemas.openxmlformats.org/officeDocument/2006/relationships" id="272" r:id="Rf8217255a0db4beb"/>
    <p:sldId xmlns:r="http://schemas.openxmlformats.org/officeDocument/2006/relationships" id="273" r:id="R20c1f2a3d41f4d35"/>
    <p:sldId xmlns:r="http://schemas.openxmlformats.org/officeDocument/2006/relationships" id="274" r:id="R5fad7f3a2cc74ad7"/>
    <p:sldId xmlns:r="http://schemas.openxmlformats.org/officeDocument/2006/relationships" id="275" r:id="R54bdfb9ecd2644f6"/>
    <p:sldId xmlns:r="http://schemas.openxmlformats.org/officeDocument/2006/relationships" id="276" r:id="R688c8586049a498d"/>
    <p:sldId xmlns:r="http://schemas.openxmlformats.org/officeDocument/2006/relationships" id="277" r:id="R08edc773fcdc4f4b"/>
    <p:sldId xmlns:r="http://schemas.openxmlformats.org/officeDocument/2006/relationships" id="278" r:id="R4676b71b11964a55"/>
    <p:sldId xmlns:r="http://schemas.openxmlformats.org/officeDocument/2006/relationships" id="279" r:id="R1d43a252c320442c"/>
    <p:sldId xmlns:r="http://schemas.openxmlformats.org/officeDocument/2006/relationships" id="280" r:id="R1e32a824f1e34b60"/>
    <p:sldId xmlns:r="http://schemas.openxmlformats.org/officeDocument/2006/relationships" id="281" r:id="R8739beaaef034b8d"/>
    <p:sldId xmlns:r="http://schemas.openxmlformats.org/officeDocument/2006/relationships" id="282" r:id="R5c72c0bdb1d64046"/>
    <p:sldId xmlns:r="http://schemas.openxmlformats.org/officeDocument/2006/relationships" id="283" r:id="R5acb36c108014b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d4d42fcd548ec" /><Relationship Type="http://schemas.openxmlformats.org/officeDocument/2006/relationships/slideMaster" Target="/ppt/slideMasters/slideMaster1.xml" Id="Rf9dfef4b908d473b" /><Relationship Type="http://schemas.openxmlformats.org/officeDocument/2006/relationships/notesMaster" Target="/ppt/notesMasters/notesMaster1.xml" Id="R3f44ea4c0223438c" /><Relationship Type="http://schemas.openxmlformats.org/officeDocument/2006/relationships/presProps" Target="/ppt/presProps.xml" Id="R6305cd01706c45b2" /><Relationship Type="http://schemas.openxmlformats.org/officeDocument/2006/relationships/tableStyles" Target="/ppt/tableStyles.xml" Id="Rd5b115404c6a48db" /><Relationship Type="http://schemas.openxmlformats.org/officeDocument/2006/relationships/slide" Target="/ppt/slides/slide1.xml" Id="R39e0007fa2fe4bd0" /><Relationship Type="http://schemas.openxmlformats.org/officeDocument/2006/relationships/slide" Target="/ppt/slides/slide2.xml" Id="Rbc9094e9a39f4514" /><Relationship Type="http://schemas.openxmlformats.org/officeDocument/2006/relationships/slide" Target="/ppt/slides/slide3.xml" Id="R95e86c832dd04c0b" /><Relationship Type="http://schemas.openxmlformats.org/officeDocument/2006/relationships/slide" Target="/ppt/slides/slide4.xml" Id="R3552beef20e845bf" /><Relationship Type="http://schemas.openxmlformats.org/officeDocument/2006/relationships/slide" Target="/ppt/slides/slide5.xml" Id="R06db39cccc6c4ba0" /><Relationship Type="http://schemas.openxmlformats.org/officeDocument/2006/relationships/slide" Target="/ppt/slides/slide6.xml" Id="R1b058fb06892486b" /><Relationship Type="http://schemas.openxmlformats.org/officeDocument/2006/relationships/slide" Target="/ppt/slides/slide7.xml" Id="R4a28446d46e84512" /><Relationship Type="http://schemas.openxmlformats.org/officeDocument/2006/relationships/slide" Target="/ppt/slides/slide8.xml" Id="Rbcc99228101d4d77" /><Relationship Type="http://schemas.openxmlformats.org/officeDocument/2006/relationships/slide" Target="/ppt/slides/slide9.xml" Id="R825b4047376741fe" /><Relationship Type="http://schemas.openxmlformats.org/officeDocument/2006/relationships/slide" Target="/ppt/slides/slide10.xml" Id="Re106512984c24bfa" /><Relationship Type="http://schemas.openxmlformats.org/officeDocument/2006/relationships/slide" Target="/ppt/slides/slide11.xml" Id="R84228485aec84300" /><Relationship Type="http://schemas.openxmlformats.org/officeDocument/2006/relationships/slide" Target="/ppt/slides/slide12.xml" Id="Rf496ee9a9380477e" /><Relationship Type="http://schemas.openxmlformats.org/officeDocument/2006/relationships/slide" Target="/ppt/slides/slide13.xml" Id="R3b7d159fef574a2e" /><Relationship Type="http://schemas.openxmlformats.org/officeDocument/2006/relationships/slide" Target="/ppt/slides/slide14.xml" Id="R41ac42028be64894" /><Relationship Type="http://schemas.openxmlformats.org/officeDocument/2006/relationships/slide" Target="/ppt/slides/slide15.xml" Id="R2037379231a841da" /><Relationship Type="http://schemas.openxmlformats.org/officeDocument/2006/relationships/slide" Target="/ppt/slides/slide16.xml" Id="R1184a24a57a2495d" /><Relationship Type="http://schemas.openxmlformats.org/officeDocument/2006/relationships/slide" Target="/ppt/slides/slide17.xml" Id="Rf8217255a0db4beb" /><Relationship Type="http://schemas.openxmlformats.org/officeDocument/2006/relationships/slide" Target="/ppt/slides/slide18.xml" Id="R20c1f2a3d41f4d35" /><Relationship Type="http://schemas.openxmlformats.org/officeDocument/2006/relationships/slide" Target="/ppt/slides/slide19.xml" Id="R5fad7f3a2cc74ad7" /><Relationship Type="http://schemas.openxmlformats.org/officeDocument/2006/relationships/slide" Target="/ppt/slides/slide20.xml" Id="R54bdfb9ecd2644f6" /><Relationship Type="http://schemas.openxmlformats.org/officeDocument/2006/relationships/slide" Target="/ppt/slides/slide21.xml" Id="R688c8586049a498d" /><Relationship Type="http://schemas.openxmlformats.org/officeDocument/2006/relationships/slide" Target="/ppt/slides/slide22.xml" Id="R08edc773fcdc4f4b" /><Relationship Type="http://schemas.openxmlformats.org/officeDocument/2006/relationships/slide" Target="/ppt/slides/slide23.xml" Id="R4676b71b11964a55" /><Relationship Type="http://schemas.openxmlformats.org/officeDocument/2006/relationships/slide" Target="/ppt/slides/slide24.xml" Id="R1d43a252c320442c" /><Relationship Type="http://schemas.openxmlformats.org/officeDocument/2006/relationships/slide" Target="/ppt/slides/slide25.xml" Id="R1e32a824f1e34b60" /><Relationship Type="http://schemas.openxmlformats.org/officeDocument/2006/relationships/slide" Target="/ppt/slides/slide26.xml" Id="R8739beaaef034b8d" /><Relationship Type="http://schemas.openxmlformats.org/officeDocument/2006/relationships/slide" Target="/ppt/slides/slide27.xml" Id="R5c72c0bdb1d64046" /><Relationship Type="http://schemas.openxmlformats.org/officeDocument/2006/relationships/slide" Target="/ppt/slides/slide28.xml" Id="R5acb36c108014b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496087a73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ec117dcc7479c" /><Relationship Type="http://schemas.openxmlformats.org/officeDocument/2006/relationships/notesMaster" Target="/ppt/notesMasters/notesMaster1.xml" Id="Ra999ebde0df9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07bca0cb834c6f" /><Relationship Type="http://schemas.openxmlformats.org/officeDocument/2006/relationships/notesMaster" Target="/ppt/notesMasters/notesMaster1.xml" Id="R6d1d8f741a1f4e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788a990414f16" /><Relationship Type="http://schemas.openxmlformats.org/officeDocument/2006/relationships/notesMaster" Target="/ppt/notesMasters/notesMaster1.xml" Id="R4cf14943e95248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aa189731d74a9a" /><Relationship Type="http://schemas.openxmlformats.org/officeDocument/2006/relationships/notesMaster" Target="/ppt/notesMasters/notesMaster1.xml" Id="R8b95ff97c6ab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0ce0e8358347be" /><Relationship Type="http://schemas.openxmlformats.org/officeDocument/2006/relationships/notesMaster" Target="/ppt/notesMasters/notesMaster1.xml" Id="Rf141f25885bc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07632a0b64664" /><Relationship Type="http://schemas.openxmlformats.org/officeDocument/2006/relationships/notesMaster" Target="/ppt/notesMasters/notesMaster1.xml" Id="R1840f4696a59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0614afa43c4c2b" /><Relationship Type="http://schemas.openxmlformats.org/officeDocument/2006/relationships/notesMaster" Target="/ppt/notesMasters/notesMaster1.xml" Id="R0c6909f86fc1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86d9d44cb4114" /><Relationship Type="http://schemas.openxmlformats.org/officeDocument/2006/relationships/notesMaster" Target="/ppt/notesMasters/notesMaster1.xml" Id="R30fff9e4f4cc42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d4d3e62484495d" /><Relationship Type="http://schemas.openxmlformats.org/officeDocument/2006/relationships/notesMaster" Target="/ppt/notesMasters/notesMaster1.xml" Id="R2e9fb002954041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a93646bc244b5c" /><Relationship Type="http://schemas.openxmlformats.org/officeDocument/2006/relationships/notesMaster" Target="/ppt/notesMasters/notesMaster1.xml" Id="R7415c49eeb554f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0d957f20dd4fb2" /><Relationship Type="http://schemas.openxmlformats.org/officeDocument/2006/relationships/notesMaster" Target="/ppt/notesMasters/notesMaster1.xml" Id="Ra20ef60b930445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340ddb8c534b84" /><Relationship Type="http://schemas.openxmlformats.org/officeDocument/2006/relationships/notesMaster" Target="/ppt/notesMasters/notesMaster1.xml" Id="R49c6b195773244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c5b6507db94126" /><Relationship Type="http://schemas.openxmlformats.org/officeDocument/2006/relationships/notesMaster" Target="/ppt/notesMasters/notesMaster1.xml" Id="R2b7e1e025f2a4c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2ccb6d55f946e9" /><Relationship Type="http://schemas.openxmlformats.org/officeDocument/2006/relationships/notesMaster" Target="/ppt/notesMasters/notesMaster1.xml" Id="Rbd13ce7c4b484a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089ba9697d42e2" /><Relationship Type="http://schemas.openxmlformats.org/officeDocument/2006/relationships/notesMaster" Target="/ppt/notesMasters/notesMaster1.xml" Id="Rd76510f61b1742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a59be97ef44bb4" /><Relationship Type="http://schemas.openxmlformats.org/officeDocument/2006/relationships/notesMaster" Target="/ppt/notesMasters/notesMaster1.xml" Id="Rb5959d000e8a45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09ff90387c4105" /><Relationship Type="http://schemas.openxmlformats.org/officeDocument/2006/relationships/notesMaster" Target="/ppt/notesMasters/notesMaster1.xml" Id="Rcfc3ab1d55a043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2cb70cf5c14f3f" /><Relationship Type="http://schemas.openxmlformats.org/officeDocument/2006/relationships/notesMaster" Target="/ppt/notesMasters/notesMaster1.xml" Id="Rd7f528200a1b4b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7a50730b254adf" /><Relationship Type="http://schemas.openxmlformats.org/officeDocument/2006/relationships/notesMaster" Target="/ppt/notesMasters/notesMaster1.xml" Id="Rfbb736479b3544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dc821330014892" /><Relationship Type="http://schemas.openxmlformats.org/officeDocument/2006/relationships/notesMaster" Target="/ppt/notesMasters/notesMaster1.xml" Id="R99bb01a21a2341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dde41a4e184584" /><Relationship Type="http://schemas.openxmlformats.org/officeDocument/2006/relationships/notesMaster" Target="/ppt/notesMasters/notesMaster1.xml" Id="Rb6b592d9e2e64a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1b69b1a28241b7" /><Relationship Type="http://schemas.openxmlformats.org/officeDocument/2006/relationships/notesMaster" Target="/ppt/notesMasters/notesMaster1.xml" Id="Rd12825ec7c854d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0031cff7586406e" /><Relationship Type="http://schemas.openxmlformats.org/officeDocument/2006/relationships/notesMaster" Target="/ppt/notesMasters/notesMaster1.xml" Id="Re51659ab17094b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eb5303fc3440cb" /><Relationship Type="http://schemas.openxmlformats.org/officeDocument/2006/relationships/notesMaster" Target="/ppt/notesMasters/notesMaster1.xml" Id="R553dff62b2d346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f2b549d4af4ed5" /><Relationship Type="http://schemas.openxmlformats.org/officeDocument/2006/relationships/notesMaster" Target="/ppt/notesMasters/notesMaster1.xml" Id="R2d8040c2f84b40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54451fdd6a4be8" /><Relationship Type="http://schemas.openxmlformats.org/officeDocument/2006/relationships/notesMaster" Target="/ppt/notesMasters/notesMaster1.xml" Id="Re605d169338046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e886b070aa471d" /><Relationship Type="http://schemas.openxmlformats.org/officeDocument/2006/relationships/notesMaster" Target="/ppt/notesMasters/notesMaster1.xml" Id="Raeb4cb3c202c4f3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0ecea7bae04dc4" /><Relationship Type="http://schemas.openxmlformats.org/officeDocument/2006/relationships/notesMaster" Target="/ppt/notesMasters/notesMaster1.xml" Id="Rdcb4192303c8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192a4c3ea49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d6c8147384b52" /><Relationship Type="http://schemas.openxmlformats.org/officeDocument/2006/relationships/slideLayout" Target="/ppt/slideLayouts/slideLayout1.xml" Id="R18d18d2f0f014d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18d2f0f014d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a46fbc5b04ba5" /><Relationship Type="http://schemas.openxmlformats.org/officeDocument/2006/relationships/notesSlide" Target="/ppt/notesSlides/notesSlide1.xml" Id="Rf62f5471d133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a568f9f04b96" /><Relationship Type="http://schemas.openxmlformats.org/officeDocument/2006/relationships/notesSlide" Target="/ppt/notesSlides/notesSlide2.xml" Id="R373e6d03f57e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6761f2d6a42d8" /><Relationship Type="http://schemas.openxmlformats.org/officeDocument/2006/relationships/notesSlide" Target="/ppt/notesSlides/notesSlide3.xml" Id="R4c3506f74f7d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073c4205c4a36" /><Relationship Type="http://schemas.openxmlformats.org/officeDocument/2006/relationships/notesSlide" Target="/ppt/notesSlides/notesSlide4.xml" Id="R60d5a2f22c06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d822d4de34d99" /><Relationship Type="http://schemas.openxmlformats.org/officeDocument/2006/relationships/notesSlide" Target="/ppt/notesSlides/notesSlide5.xml" Id="R0124fb133e984e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0a4297cd342fc" /><Relationship Type="http://schemas.openxmlformats.org/officeDocument/2006/relationships/notesSlide" Target="/ppt/notesSlides/notesSlide6.xml" Id="Rbe26689056fe4c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fbece6e754398" /><Relationship Type="http://schemas.openxmlformats.org/officeDocument/2006/relationships/notesSlide" Target="/ppt/notesSlides/notesSlide7.xml" Id="R7a153212bdef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3ca0cca034162" /><Relationship Type="http://schemas.openxmlformats.org/officeDocument/2006/relationships/notesSlide" Target="/ppt/notesSlides/notesSlide8.xml" Id="R5226aeee4f624a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60e5251ec4762" /><Relationship Type="http://schemas.openxmlformats.org/officeDocument/2006/relationships/notesSlide" Target="/ppt/notesSlides/notesSlide9.xml" Id="R6cb4ee13053443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cc33b538541c8" /><Relationship Type="http://schemas.openxmlformats.org/officeDocument/2006/relationships/notesSlide" Target="/ppt/notesSlides/notesSlide10.xml" Id="Reb7aab04cb184d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3f7094f574d8f" /><Relationship Type="http://schemas.openxmlformats.org/officeDocument/2006/relationships/notesSlide" Target="/ppt/notesSlides/notesSlide11.xml" Id="R3dfb9a7909ad46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fa53a1daa4b22" /><Relationship Type="http://schemas.openxmlformats.org/officeDocument/2006/relationships/notesSlide" Target="/ppt/notesSlides/notesSlide12.xml" Id="R5c3a45703e7b4f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543382fa7498a" /><Relationship Type="http://schemas.openxmlformats.org/officeDocument/2006/relationships/notesSlide" Target="/ppt/notesSlides/notesSlide13.xml" Id="R7a78a80458de47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0846308e2480a" /><Relationship Type="http://schemas.openxmlformats.org/officeDocument/2006/relationships/notesSlide" Target="/ppt/notesSlides/notesSlide14.xml" Id="Re5a274df7ffc4d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f18dba9714c9f" /><Relationship Type="http://schemas.openxmlformats.org/officeDocument/2006/relationships/notesSlide" Target="/ppt/notesSlides/notesSlide15.xml" Id="R337b365204e34e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fb2fd676941e8" /><Relationship Type="http://schemas.openxmlformats.org/officeDocument/2006/relationships/notesSlide" Target="/ppt/notesSlides/notesSlide16.xml" Id="Rdbc217c68be34c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0e32888724872" /><Relationship Type="http://schemas.openxmlformats.org/officeDocument/2006/relationships/notesSlide" Target="/ppt/notesSlides/notesSlide17.xml" Id="R7e4cefda47334a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a13fae1274c62" /><Relationship Type="http://schemas.openxmlformats.org/officeDocument/2006/relationships/notesSlide" Target="/ppt/notesSlides/notesSlide18.xml" Id="Rad7a0a1d45d64d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73e2b98a04fbd" /><Relationship Type="http://schemas.openxmlformats.org/officeDocument/2006/relationships/notesSlide" Target="/ppt/notesSlides/notesSlide19.xml" Id="R85dd44f629714d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a4142d0714425" /><Relationship Type="http://schemas.openxmlformats.org/officeDocument/2006/relationships/notesSlide" Target="/ppt/notesSlides/notesSlide20.xml" Id="Rea31f50ef82340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41e3b9bc944ed" /><Relationship Type="http://schemas.openxmlformats.org/officeDocument/2006/relationships/notesSlide" Target="/ppt/notesSlides/notesSlide21.xml" Id="R9761f1326d0b4a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753fee08d4b0b" /><Relationship Type="http://schemas.openxmlformats.org/officeDocument/2006/relationships/notesSlide" Target="/ppt/notesSlides/notesSlide22.xml" Id="Rba8fceefc0094c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da47890c94abe" /><Relationship Type="http://schemas.openxmlformats.org/officeDocument/2006/relationships/notesSlide" Target="/ppt/notesSlides/notesSlide23.xml" Id="Rea7c8811b43b49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bc10091574e56" /><Relationship Type="http://schemas.openxmlformats.org/officeDocument/2006/relationships/notesSlide" Target="/ppt/notesSlides/notesSlide24.xml" Id="R7d2c2145bed645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bb18b98b4ee3" /><Relationship Type="http://schemas.openxmlformats.org/officeDocument/2006/relationships/notesSlide" Target="/ppt/notesSlides/notesSlide25.xml" Id="Re81f0055994b40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536bd10d2432e" /><Relationship Type="http://schemas.openxmlformats.org/officeDocument/2006/relationships/notesSlide" Target="/ppt/notesSlides/notesSlide26.xml" Id="Rf7e8cad9ec2246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e6e01a2964769" /><Relationship Type="http://schemas.openxmlformats.org/officeDocument/2006/relationships/notesSlide" Target="/ppt/notesSlides/notesSlide27.xml" Id="R0d158e0d9fea47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f931273064f12" /><Relationship Type="http://schemas.openxmlformats.org/officeDocument/2006/relationships/notesSlide" Target="/ppt/notesSlides/notesSlide28.xml" Id="Rf8eafc87eb6c46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7755E-9A38-455B-88FA-6F07CB0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F17364"/>
                </a:solidFill>
                <a:latin typeface="Georgia"/>
                <a:ea typeface="Georgia"/>
                <a:cs typeface="Georgia"/>
              </a:defRPr>
            </a:pPr>
            <a:r>
              <a:rPr sz="5850" b="0">
                <a:solidFill>
                  <a:srgbClr val="F17364"/>
                </a:solidFill>
                <a:latin typeface="Georgia"/>
                <a:ea typeface="Georgia"/>
                <a:cs typeface="Georgia"/>
              </a:rPr>
              <a:t>Book</a:t>
            </a:r>
          </a:p>
          <a:p xmlns:a="http://schemas.openxmlformats.org/drawingml/2006/main">
            <a:pPr algn="l">
              <a:defRPr sz="5850" b="0">
                <a:solidFill>
                  <a:srgbClr val="F17364"/>
                </a:solidFill>
                <a:latin typeface="Georgia"/>
                <a:ea typeface="Georgia"/>
                <a:cs typeface="Georgia"/>
              </a:defRPr>
            </a:pPr>
            <a:r>
              <a:rPr sz="5850" b="0">
                <a:solidFill>
                  <a:srgbClr val="F17364"/>
                </a:solidFill>
                <a:latin typeface="Georgia"/>
                <a:ea typeface="Georgia"/>
                <a:cs typeface="Georgia"/>
              </a:rPr>
              <a:t>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1324F-6F3F-4928-8EDC-689B1A6D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17364"/>
                </a:solidFill>
                <a:latin typeface="Aptos"/>
                <a:ea typeface="Aptos"/>
                <a:cs typeface="Aptos"/>
              </a:rPr>
              <a:t>Hệ thống quản lý nhà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F8E8E-B6B4-4AAA-A7F9-547DB07E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Nhóm 4 | GVHD: Lê Thanh Trọng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9F576-87E1-4736-BB6D-90BCD34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Nguyễn Thành Tài - Đặng Trần Thiện - Nguyễn Tiến Sơn - Võ Ngọc Tài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23BBA-343F-4286-88B8-7BAEBDF2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00475"/>
            <a:ext cx="47053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5A2CC-BE5E-48AE-9B29-AC253C6D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26795"/>
            <a:ext cx="619125" cy="27241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0408E-B303-4A08-A299-D1795541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1695450"/>
            <a:ext cx="321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BCC0-3383-4F7D-BC0C-0441756E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2165985"/>
            <a:ext cx="321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0D0E9-E1A0-4E5F-9048-7CEC60A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803910"/>
            <a:ext cx="544830" cy="294703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CCDC9-A6AB-428D-A1C8-BF1298A1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245" y="147256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B76D4-D3C4-40DC-B859-F1D61581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245" y="19431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7A70E-B3EC-4D68-A886-C90EE588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704850"/>
            <a:ext cx="718185" cy="304609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736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EC05F-5B7F-4ECA-9875-072CC72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1373505"/>
            <a:ext cx="421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29297-1660-4BE9-BB40-13DBD667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1844040"/>
            <a:ext cx="4210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47310-6713-40F7-AA01-2880E53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730" y="927735"/>
            <a:ext cx="594360" cy="282321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B7C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7F41-F1CC-48A2-88CF-02B644B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96390"/>
            <a:ext cx="297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5E58E-CA7B-4249-9A11-A615FD27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66925"/>
            <a:ext cx="2971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7E168-200C-4AB9-B8C5-633121C6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620" y="779145"/>
            <a:ext cx="544830" cy="2971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6D182-4660-4AD2-817A-59BAD7B5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210" y="14478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46512-D995-4C39-9F48-9B27728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210" y="191833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63033-BC80-4C7C-9DED-52A20DF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5429250"/>
            <a:ext cx="26060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518EA-3730-40D8-BECE-ED7E098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3058"/>
            <a:ext cx="342900" cy="1508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20DA7-39F5-4E5C-B57A-5C203B0A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96" y="4263390"/>
            <a:ext cx="1783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7D4CD-0C32-4846-B0E5-9DFD94F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96" y="4523994"/>
            <a:ext cx="1783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04B3F-008B-44A4-A80B-A5EC8B2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832" y="3769614"/>
            <a:ext cx="301752" cy="1632204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C16FC-A134-4AFE-AA68-259A467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128" y="4139946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A6160-076D-4095-8594-BE12373F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128" y="440055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FC7B9-C973-485C-956A-3C4FD24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016" y="3714750"/>
            <a:ext cx="397764" cy="1687068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736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F6F6A-704B-4DB3-B8AA-F1D4867E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312" y="4085082"/>
            <a:ext cx="233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2FAA9-06DC-4D7B-B357-2DFC3E7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312" y="4345686"/>
            <a:ext cx="233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C3709-ADF4-4556-8271-26122AE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212" y="3838194"/>
            <a:ext cx="329184" cy="1563624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B7C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567E62-3600-4AF9-B0F1-940300E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508" y="4208526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59E21-7630-4B58-B0CB-9B726F9C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508" y="446913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ABF4E-93F3-4D19-A299-475F58C5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828" y="3755898"/>
            <a:ext cx="301752" cy="164592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7B152B-BC69-4521-96C5-AE33E63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24" y="412623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E517FB-CB7D-4192-AF00-E795D03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24" y="4386834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AF736-2482-469B-AD61-D49CAA3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72125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9842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BF156-D0C5-4A34-9473-5785594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5341A-AD5F-484E-B7BD-C38AA1F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Bối cảnh đề tài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9789D-1083-4A0C-9AF5-6166B744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Nhà sách cần một hệ thống tập trung để theo dõi dữ liệu và hỗ trợ ra quyết định.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6EF1B-A12B-466E-AA0C-8B06785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6FC14-71E4-4919-8628-C5B50412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06BFB-FE63-4B0E-9AE1-E230BC29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94DEF-E29E-4951-A799-2C7B2BD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AC9C1-C317-4D27-9531-5524BDC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kho phức tạp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4093F-B500-4A7A-BC46-17EE700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Nhiều đầu sách, nhiều thuộc tính và số lượng tồn thay đổi liên tục.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63A9B-59F9-4737-95E9-47E9AF8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62329-615F-4E63-97FE-88D08E24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2B55E-60AB-4421-9AC3-1E89EE4D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Bán hàng dễ sai sót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2C393-0803-4F7D-9CC4-BC836A5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8130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Tra cứu giá, lập hóa đơn và cập nhật tồn kho thủ công tốn thời gian.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6D25E-EF87-4CE5-ACBE-C83C7565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7E55B-964C-4201-A019-BCDEFEE6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40430-D825-4537-97DB-C0206D79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Báo cáo thiếu tức thời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B64BD-DC48-41AF-984A-65819A0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Quản lý khó nắm doanh thu, tồn kho, hiệu suất nhân viên theo thời gian thực.</a:t>
            </a:r>
          </a:p>
        </p:txBody>
      </p:sp>
    </p:spTree>
    <p:extLst>
      <p:ext uri="{BB962C8B-B14F-4D97-AF65-F5344CB8AC3E}">
        <p14:creationId xmlns:p14="http://schemas.microsoft.com/office/powerpoint/2010/main" val="633058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51ED3-5BB1-463A-B8BA-AD415747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ĐỊNH HƯỚNG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9ADAE-5E7B-48E4-B340-F40880A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Lý do chọn đề tài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4EAF-D2BF-4114-B3EB-E689364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Đề tài đủ gần thực tế, có nghiệp vụ đa dạng và phù hợp để áp dụng Java Spring Boot.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3F180-C42E-46D0-8418-F2E3C52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28419-38C3-4E50-94F3-5708635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44B7-CB84-4B66-8978-5C9DCE0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0037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ACB9F-E0A6-4A50-94A3-DB84D78F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BE71-0B15-4659-9C59-40E23057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Thực tế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3064C-E7BA-4506-8B46-101D70DE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6003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Nghiệp vụ nhà sách quen thuộc, dễ mô phỏng và kiểm chứng qua giao diện.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DE9E8-12B4-453A-B1C3-FE23CFD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037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BEEDC-621A-49E2-AE13-0164E98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CFC0B-577B-4A93-91A1-54925CD7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Phức tạp vừa đủ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BBC79-DC9A-4D23-8EA6-6D23AA4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81300"/>
            <a:ext cx="26003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Có nhiều phân hệ: sách, bán hàng, khách hàng, kho, báo cáo, phân quyền.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AEA05-794D-449D-837B-DFFB6519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300037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7D883-F511-4CA2-91CA-F6F28DB2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F0275-4CE3-44D4-8CDE-F712997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Phù hợp công nghệ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E4B62-1274-4CC5-9035-042C0476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003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Áp dụng Spring Boot, JPA, Security, JWT, REST API, MySQL và Cloudinary.</a:t>
            </a:r>
          </a:p>
        </p:txBody>
      </p:sp>
    </p:spTree>
    <p:extLst>
      <p:ext uri="{BB962C8B-B14F-4D97-AF65-F5344CB8AC3E}">
        <p14:creationId xmlns:p14="http://schemas.microsoft.com/office/powerpoint/2010/main" val="448343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C6B27-D539-41D0-84AB-5E750371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7BE9B-19F4-4216-9FD1-3ADA88B0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Mục tiêu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2D231-34B1-40A7-88FA-331B2B2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Số hóa quy trình vận hành nhà sách từ nhập hàng, bán hàng đến báo cáo.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31571-66A3-4D1C-81EE-56B1250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63AE-4248-4668-9FC2-04A4BA1E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E8315-CF9B-49ED-BA45-EA28369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9D8B8-C325-43E6-B495-2A146A86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43125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tập trung dữ liệu sách, danh mục, khách hàng, nhân viên và hóa đơn.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C65C-015E-441F-AA27-975665C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3CEB-E13B-4C3C-BB4A-7C395F1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47975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Tối ưu quy trình bán hàng, tự động tính tổng tiền và cập nhật tồn kho.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23E92-B274-4982-92B0-6F6305AD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57649-C6FD-4862-8FF2-F167087A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52825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Theo dõi doanh thu, KPI, tồn kho và sách bán chạy bằng báo cáo trực quan.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FC88A-F225-4FD4-8D94-23725F3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57F07-7D46-4C87-A1EA-71CC3D6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257675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Phân quyền rõ ràng theo nhóm người dùng, bảo vệ API bằng JWT.</a:t>
            </a:r>
          </a:p>
        </p:txBody>
      </p:sp>
    </p:spTree>
    <p:extLst>
      <p:ext uri="{BB962C8B-B14F-4D97-AF65-F5344CB8AC3E}">
        <p14:creationId xmlns:p14="http://schemas.microsoft.com/office/powerpoint/2010/main" val="1792934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D1F83-C17C-47C1-A447-1A13B2D8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NGƯỜI DÙNG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54449-C01D-4635-88C5-EB4A8F3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Đối tượng sử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74E88-33D9-4E89-9FF4-C881B2DC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Hệ thống phục vụ các vai trò chính trong quy trình vận hành nhà sách.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09B22-4027-4F48-9423-8979FD1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36160-D88B-4C2E-8B75-8A0FDED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1B66-44D6-4020-AF9E-E17C553F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5EF86-EC7A-4DE3-AF18-3F38462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ADAE6-6544-44C1-9F97-0442E90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22BC1-DD22-4285-A81F-955836E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Thu ngân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331F9-976B-405E-B2D7-AF538069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7A880-6634-4506-83F9-3ABDD3D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Nhân viên kho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8DE32-6174-4828-B3D2-2BBA2158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6D155-D848-48C2-B40C-B3B040E3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Biên mục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AC48E-DCF0-45AE-B8F9-FFAFEC70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C9E5D-1A43-41EE-8C75-87F8B3B6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Kế toán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BFF9F-4289-460D-A796-8B17C5BC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B6D95-9BF8-4086-9622-31799C5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CSKH</a:t>
            </a:r>
          </a:p>
        </p:txBody>
      </p:sp>
    </p:spTree>
    <p:extLst>
      <p:ext uri="{BB962C8B-B14F-4D97-AF65-F5344CB8AC3E}">
        <p14:creationId xmlns:p14="http://schemas.microsoft.com/office/powerpoint/2010/main" val="1327316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5F3B0-2AF5-47DC-995C-B363833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4CA60-610D-4DC0-8EC2-E1ABB6E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Phạm vi chức năng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B0670-2D22-4C11-A06E-12C554C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Các phân hệ được xây dựng xoay quanh nghiệp vụ quản lý nhà sách.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6363-1C36-47F9-96E3-62ABC672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FF334-C3F5-42AD-A5F0-056EBBF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DC3E-2541-48C2-9C3A-E39358CE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0F598-A51A-4B3D-AEED-F495E6FF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ED25-BD00-44C5-B47E-E195DAFC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79929-393A-47FB-8D5A-969D1E3C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Sách &amp; danh mục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D9F79-3213-451E-9D0F-9FE60CE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D2577-5CCC-425A-BF4C-E9A8CB1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Bán hàng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5687B-0044-4D6D-B1D7-A262FD3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B4FC4-C6D5-44B3-AC1F-EB17980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Hóa đơn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692A6-0CEE-44AE-B199-6A38E04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049AC-3347-411C-A410-D6E6D79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Nhập hàng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CA2EB-802B-4DC2-BD2E-C9D4A96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9AF5C-F1A8-4186-A184-A9867C9A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Tồn kho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1DCC2-C43B-4B1D-8B61-9A57770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A3CB2-75EF-4E0A-A72C-FC2CF892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Khách hàng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2404B-B67E-4CF9-9133-4F01B653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7E2F4-549D-4370-A2BD-627B6112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Nhân viên &amp; quyền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8CF5A-53B6-426C-8F9B-F23C9BD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59F71-A713-4AB5-8F7D-9E0295D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Phiếu giữ sách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AAC5C-F795-4394-896C-61E4CB72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66534-3EA3-4E0F-8EC8-1C33309B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CSKH &amp; đánh giá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ABC64-36D2-46C2-8030-5B263F92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F114C-08D4-494E-B8FC-19D02AEA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Báo cáo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163A2-04A2-4A41-9759-14A24CC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1907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601EA-F490-4FB4-9CC0-526671B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Cài đặt</a:t>
            </a:r>
          </a:p>
        </p:txBody>
      </p:sp>
    </p:spTree>
    <p:extLst>
      <p:ext uri="{BB962C8B-B14F-4D97-AF65-F5344CB8AC3E}">
        <p14:creationId xmlns:p14="http://schemas.microsoft.com/office/powerpoint/2010/main" val="2044284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00643-2DF5-4C28-BD3D-8F0753B6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662F6-7230-4406-956F-D846700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Công nghệ sử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8B2D-5A81-4EF2-B1E0-7FB3C625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Stack công nghệ được chọn để xây dựng ứng dụng web có API, bảo mật và lưu trữ dữ liệu.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6CB76-1446-47DD-9ABE-3E2EDD7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69D17-3117-4CF0-BAAD-6693E2E0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171D7-9E3D-4179-BEEC-FC23E302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49064-4E76-4D8F-8C08-E9953EC2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431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EB7D8-3F0A-40C8-8102-67750D8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Java 17, Spring Boot, 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8AC54-90EF-48B7-B3EC-F50F8A2A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B7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B7C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1246E-CFD9-4EC2-B725-5A82394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B94A4-2275-44F5-9A33-C3D7414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574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MySQL, Spring Data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D7821-8B1F-4C90-9ED1-35302670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5D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5DE8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FE37C-89E5-4C6B-A5EF-40C6CA4C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BC043-23B0-4ACF-BAF2-177C58FC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67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Spring Security, JWT, Refresh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22B5B-25EB-4FCB-8108-D85B8214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F03D9-8EE9-4EEA-A510-AE41EC35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99989-5191-4E3B-BD83-116D692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766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HTML, CSS, JavaScript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8DDFC-57EF-433F-A71E-ECE6BFD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B7C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B7C4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DF91D-F707-4B8B-93BD-EA6D75A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8C10C-E6CC-41E6-B4A5-B3AB2FF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86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Cloudinary lưu ảnh sách/khách hàng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8869D-4FF4-4565-90C4-04B55370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5D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5DE8"/>
                </a:solidFill>
                <a:latin typeface="Aptos"/>
                <a:ea typeface="Aptos"/>
                <a:cs typeface="Aptos"/>
              </a:rPr>
              <a:t>Tooling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A27B5-2F7E-422A-BAA4-BC43B7A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7810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5AACA-F4FE-4A59-870B-BD1597A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95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Maven, Swagger/OpenAPI</a:t>
            </a:r>
          </a:p>
        </p:txBody>
      </p:sp>
    </p:spTree>
    <p:extLst>
      <p:ext uri="{BB962C8B-B14F-4D97-AF65-F5344CB8AC3E}">
        <p14:creationId xmlns:p14="http://schemas.microsoft.com/office/powerpoint/2010/main" val="113722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4003E0-8C8E-4E4A-B29B-B7DFB586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BB6E8-B286-4BF0-98B8-971A0F5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Kiến trúc tổng quan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D390-84F2-4A20-A817-D1C75F9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Ứng dụng được tổ chức theo mô hình client - REST API - database, kèm dịch vụ lưu ảnh và scheduler.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F6B70-192C-4E29-BDF9-95E5DD2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22C61-A2AF-4BEF-BD81-CFED038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9DF3-1404-417D-973F-B7F9CF82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F95B5-6D1D-4EA3-AD39-567E4DB7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Frontend</a:t>
            </a:r>
          </a:p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HTML/CSS/JS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D3E75-19BB-4A94-AFB8-68E4DED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7E417-904A-471C-8314-2DE03C94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Backend API</a:t>
            </a:r>
          </a:p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91205-5D9B-4A66-A7BD-44B91032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9F8C7-64AF-401B-B34A-10C4525B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MySQL</a:t>
            </a:r>
          </a:p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96E22-24C0-4FE2-A9B2-9EEEDA9C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34E14-BCF7-46F5-BB4F-FA8607D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386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Cloudinary</a:t>
            </a:r>
          </a:p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Image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200F-018C-4FD3-9F03-9BEEC35A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4E1C2-8C2C-4282-929A-5237FF75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386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Scheduler</a:t>
            </a:r>
          </a:p>
          <a:p xmlns:a="http://schemas.openxmlformats.org/drawingml/2006/main">
            <a:pPr algn="ctr">
              <a:defRPr sz="15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Tác vụ định kỳ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3C2B1-2F44-4F06-BA69-87CB66A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19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73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6D26D-78A1-4C1A-ACCD-DCBF2B23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73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B3D01-E6BA-4966-A2CF-0BA3FF2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73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32847-2934-48B6-9863-4E9B0E9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766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736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012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B4D2C-D45D-44C7-A2B2-4274B6E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62A10-50EF-4750-8202-507CFED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Mô hình phân tầng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4FEAB-4BE4-46AB-A9DA-ED45D276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Tách rõ giao diện, controller, service, repository và database để dễ bảo trì.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0B249-0401-436B-80E7-367B0B0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FC168-95B5-4764-9755-085A8702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31A6A-BE26-43EB-8A1E-DA7B5424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8980B-52D7-4EB8-9C2D-5B4403F4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12085-0A4C-4E5D-8930-F65835E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75D59-6008-4B68-B638-9A2FE6C5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50FA1-2E13-4F7F-BB98-9D7D776C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UI HTML/JS gửi request và hiển thị dữ liệu.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2DB23-C9FD-4759-9C72-8E780F8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2CD60-3AD5-4C23-BFB6-46FA826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24AA9-A90F-4349-91BA-B7E87FC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3684D-7204-48DB-8123-E731CB5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Controller nhận request, kiểm tra quyền và điều phối API.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EC4A-F3C5-4671-9D2B-7912CF51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53291-5A39-4174-B8BD-46239297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F8092-8544-4EA2-9494-A7497F5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935F4-E389-4661-8991-85DF170B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Service xử lý nghiệp vụ bán hàng, nhập hàng, giữ sách.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4F410-A4EB-49FF-B311-43E2977E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81012-EE31-4107-9AFB-1F1A6AA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277A8-0557-4B1F-A42F-97B2C9B6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F7420-5627-4E5A-A5D6-6CF2976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Repository truy vấn và cập nhật dữ liệu qua JPA.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CFACC-E9F8-415C-8210-30D50AA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EDEB4-9FBE-4416-89F6-7D85AA0C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47B92-9468-4417-971E-883D843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F6BE0-3198-43C4-863F-EF9C871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MySQL lưu trữ dữ liệu nghiệp vụ lâu dài.</a:t>
            </a:r>
          </a:p>
        </p:txBody>
      </p:sp>
    </p:spTree>
    <p:extLst>
      <p:ext uri="{BB962C8B-B14F-4D97-AF65-F5344CB8AC3E}">
        <p14:creationId xmlns:p14="http://schemas.microsoft.com/office/powerpoint/2010/main" val="1719105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AB519-0FFD-4939-918A-6692135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D0769-BA1B-426B-B1A7-BF2ED97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Tổng quan cơ sở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A8F37-06D8-4601-A17D-5864C0F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Database được chia theo các nhóm bảng nghiệp vụ chính.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B0261-CAA1-49A0-A036-690F25E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97D0A-179C-4CE1-B8A9-5D6902C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3D33D-CAD2-479C-92AF-D932698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436D7-920A-440B-AD83-375DA10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DA719-5B8E-4AFF-8062-1E990055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Người dùng &amp; quyền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A371C-8FA4-4E12-9021-72B798A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nguoi_dung, nhom_nguoi_dung, chuc_nang, phan_quyen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AA21A-94E8-4DEB-80A3-FA70EBAC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19D7A-19A6-4769-AFCF-DE58441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CF28D-A858-4C65-B31F-BF346ED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Sách &amp; danh mục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5C543-78BC-4160-B0EE-E2244C0F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sach, the_loai, tac_gia, nha_xuat_ban, sach_tac_gia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C0C15-A66A-4FEA-B004-FB2F86A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36BED-0DBC-4816-BD6D-C910AC0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2837B-3125-40A0-BFE2-4241475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Bán hàng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E8657-41F3-4200-83A0-72817D4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khach_hang, hoa_don, chi_tiet_hoa_don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D733B-AE65-4601-8913-BCC215ED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87C3D-D98F-4ED2-98BB-D4E8B21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275F7-0838-423A-9622-AD7B5A7D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Nhập hàng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48C08-4AA6-4984-92B8-16592DA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nha_cung_cap, phieu_nhap, chi_tiet_phieu_nhap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985D5-5CEB-4553-AA21-F58BBD7A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24E5D-BC64-4FDC-BFD0-E2FCCEF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8107B-0338-4BA4-8FBD-88215E1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Phiếu giữ sách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9C637-29E2-4384-B2E3-D566E44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phieu_dat_giu_sach, chi_tiet_phieu_giu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FF1C5-D96F-4749-80A9-0D35E43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4762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EC8C7-454D-40BB-B680-D40F0954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90638-071A-4B45-B9D9-41347086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Đánh giá &amp; KPI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5BEF2-748B-4437-AD87-5B12D91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43624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danh_gia, kpi_ngay, refresh_token</a:t>
            </a:r>
          </a:p>
        </p:txBody>
      </p:sp>
    </p:spTree>
    <p:extLst>
      <p:ext uri="{BB962C8B-B14F-4D97-AF65-F5344CB8AC3E}">
        <p14:creationId xmlns:p14="http://schemas.microsoft.com/office/powerpoint/2010/main" val="372366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53266-A96E-4E8E-8DCE-E215608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49484-3076-4A86-9EFB-32ED269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Đăng nhập &amp; bảo mật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63B56-F08E-4210-8CA2-945439E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Hệ thống dùng JWT và phân quyền theo chức năng để bảo vệ các API nghiệp vụ.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291EF-7AED-41AA-82C2-ABF1975D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5E9D1-A25C-423D-BE2A-1622F1B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3BF27-A84C-4984-815B-056A7668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ED0E3-8A53-4515-A0E9-503CDF3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5E8AD-1C22-49BD-BCC2-1B9D3296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AEE7E-FC89-40FA-9A64-8649AB4F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1F4AE-A2FD-41BE-94E9-355E2B4F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Người dùng đăng nhập bằng username/password.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41263-BF02-4B2A-860E-4F65CC8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DE15B-AEE5-4D4A-ADFE-66C3BFC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C67EF-944B-4B20-B436-B29D972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C1D22-289A-45D3-BD6C-423432B7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Server kiểm tra tài khoản và trạng thái người dùng.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D2B81-64EA-4950-B557-4E75362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62297-64F7-496A-85A1-653FDA4F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523BD-E671-4687-87B7-DF2F02A0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2A4F1-B13D-4C8C-BD18-FB11446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Sinh access token JWT cho request tiếp theo.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0FBB7-61FE-4FC6-9F25-6A3A59AE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FD69F-F93A-4022-93FD-EB7A96A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C9FBC-32F2-421B-A2C5-CC362DEF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4A45A-954C-419D-B0CB-CE7FCB5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Refresh token cấp lại phiên khi gần hết hạn.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50532-E0A8-4668-AC52-D9F0FEE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DB99C-17A1-4E65-916A-F15942D1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69F63-D5E7-46A1-B0D9-16965F9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66C3D-50FB-4BE0-B783-07FC680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API kiểm tra quyền trước khi xử lý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1799179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60604-DFFE-4524-8F73-6DCD9E2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7D282-EA8F-4ED2-8681-B37664D4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39814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E1186-9307-47D7-AA08-9E17F5F7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10665"/>
            <a:ext cx="523875" cy="23050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F177B-B0AE-4AA1-AFBE-DA17E13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076450"/>
            <a:ext cx="2724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149C5-489F-4105-A8CA-588BD2C3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474595"/>
            <a:ext cx="2724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6B0B7-F2C0-4C48-A774-E7153184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1322070"/>
            <a:ext cx="461010" cy="249364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150C8-7ADC-4D5B-ACC5-624C90BA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765" y="188785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45C5F-B752-46F3-8839-4D0D295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765" y="22860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D0EA5-60E6-4682-983C-BC7FCF9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55" y="1238250"/>
            <a:ext cx="607695" cy="257746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736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7100-DEE5-46E9-9841-A760D80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1804035"/>
            <a:ext cx="3562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7DB9A-6F73-4128-B2AE-E155024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2202180"/>
            <a:ext cx="3562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B25DA-58B8-4F76-B99F-EA24167D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1426845"/>
            <a:ext cx="502920" cy="238887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B7C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D4453-E156-450B-8189-586E8A8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992630"/>
            <a:ext cx="251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FF433-AE8C-4349-B55B-22B7E11F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90775"/>
            <a:ext cx="251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0411C-862E-44D9-926B-2628832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390" y="1301115"/>
            <a:ext cx="461010" cy="25146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0F46D-C2F8-41F8-9BAE-33816A49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18669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DEC99-3EB8-49DE-B8A0-5FEB35A3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26504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C93B8-EE49-415A-A55A-F3E1055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43692-1EF1-4919-A67A-0FF02487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Các chức năng chính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239D9-E4B4-489C-8293-41993CE3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Tóm tắt các phân hệ quan trọng trong phần mềm BookHouse.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816B6-37D5-488E-BDFE-00D8128E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192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944A2-15A8-4DA5-9736-0DA34D8B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820D-5CFC-47F8-A625-A33D37F8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00C8D-E570-4BC4-910C-5DCD3D6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Màn hình tổng quan giúp quản lý nắm tình hình kinh doanh và vận hành ngay khi đăng nhập.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8A50-5D86-4360-AB25-749F608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6D51B-FB7C-4889-A266-0027E617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2BB82-72F3-4B9B-A116-C75B718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D1BE8-8C51-4A9F-9D81-DE0FAE3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6841F-2965-4396-AFF0-8F15F73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B4428-6D48-4D84-B513-B92E043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11EB9-CE2A-4A63-B0D7-09E9807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Hiển thị doanh thu hôm nay, 7 ngày và 30 ngày.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30865-E78C-47BA-A7CE-3230D55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2AE0D-B1F7-4ABF-BDDF-5B46A88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C99A1-9D9F-490A-8FBA-A4B4FCB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77A40-E724-4435-9A08-8B64C8E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Theo dõi KPI doanh thu trong ngày.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1F270-6239-43DC-9017-9DF1ED19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E3487-FA71-4E1F-A187-ECC3A9B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F0A1C-A1C7-4F9C-B39C-B2F91CF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9409F-F8F0-4647-98E7-B1C860C4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Biểu đồ doanh thu theo ngày, khoảng thời gian và thể loại.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474BE-CDCA-461F-9398-0EA08AB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C7C25-CB40-4F06-9E12-4707E26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FFC82-7FDE-421C-ACF6-C95756F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20755-0B27-4A7C-94BB-2A3983D3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Thống kê sách bán chạy và tồn kho nổi bật.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0DCD7-3344-4AE9-8B65-497AF9FB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B1339-BAA9-40B0-9DEE-37A0BA3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03A73-2DD9-47DE-AD67-4EED0235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2C3E2-A300-4EBC-98BA-9DEF327E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Danh sách hóa đơn gần đây để theo dõi giao dịch mới.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0C43C-2B24-4504-8369-B274DD0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055B9-4B8E-4461-A1E8-8FF0056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A0571-DAB5-4B75-A51E-F6805116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AD1FD-C10B-4326-AC04-B53D205A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Lối tắt đến thêm sách, tạo hóa đơn, nhập hàng và báo cáo.</a:t>
            </a:r>
          </a:p>
        </p:txBody>
      </p:sp>
    </p:spTree>
    <p:extLst>
      <p:ext uri="{BB962C8B-B14F-4D97-AF65-F5344CB8AC3E}">
        <p14:creationId xmlns:p14="http://schemas.microsoft.com/office/powerpoint/2010/main" val="498613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E56FE-54A5-4798-A5A5-F041ECBD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23054-C918-46D5-9B52-1765F2F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F0119-43CF-442D-BED6-4698A18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Quản lý toàn bộ đầu sách trong kho, từ thông tin mô tả đến tồn kho và ảnh bìa.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9C050-B799-4F65-8A8E-FE10C74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14DDE-2BFD-46AB-BE5A-C5A998EB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71008-99B4-4817-B6B5-FDA484E9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9C1F5-3C0D-4D6A-94A9-4AFF63C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F4E73-6364-46AB-8792-DE332C4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05C84-CEF5-400D-BB47-46FFC15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29709-083B-4AA2-B364-60BEF2E8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Hiển thị danh sách sách có phân trang và tìm kiếm.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63FFD-60B9-4C4A-818A-D234BA3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5A038-DAA3-45AE-B412-E919126C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D820-E49D-4ABB-9636-50BC57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413A7-E581-4270-BE5B-B6903D8C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Thêm sách với tên, giá, tồn kho, năm xuất bản, thể loại, tác giả, NXB.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5E693-DB86-42BF-A49C-F8EB8CA4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E954A-E715-4572-A5F6-BFD55345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02359-2104-4364-91C5-D02BB4C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5B6F0-A57F-4E92-AC72-F3113A73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Cập nhật thông tin và ảnh bìa sách.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C219C-B4AC-4DFB-B3AC-F56B457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7229E-050E-47A7-9361-DAE28BE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5ADED-0BF1-4EA4-AAC8-D730D15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4D7D3-E496-4ECA-9A69-82C90C6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Xóa sách khi không còn quản lý.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F942B-01D2-426B-8F0A-76E9122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63F67-D991-435F-9927-F2A4DE3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11BC1-376E-451B-A451-DE696AE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46A49-38C9-46AD-84EE-F02B5A8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Lọc theo tên sách, thể loại, tác giả và năm xuất bản.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81EE0-1211-49DF-ABDF-5D5104BD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AE0A3-DEE4-4930-A3FC-3F298EDD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33AB2-C20C-45FB-A297-C038A46F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AC30DD-AD41-4E47-955F-6053200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Theo dõi tồn kho và thống kê sách bán chạy.</a:t>
            </a:r>
          </a:p>
        </p:txBody>
      </p:sp>
    </p:spTree>
    <p:extLst>
      <p:ext uri="{BB962C8B-B14F-4D97-AF65-F5344CB8AC3E}">
        <p14:creationId xmlns:p14="http://schemas.microsoft.com/office/powerpoint/2010/main" val="10648330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126852-B326-4449-953B-69685ECD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45FC8-0B45-4801-BBE0-2EB9F95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danh mục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F3F7C-A513-427D-88FB-C4C313A7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Chuẩn hóa dữ liệu nền để sách được phân loại rõ ràng và dễ tra cứu.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A697B-8E92-4590-8303-0DF65A68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B3FE0-199E-45B1-8795-86291B9A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C8DAF-1C42-48E9-8A06-7E5B2449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04800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10A47-E4FB-4A48-836C-0A134A6E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1F1B1-EB14-4988-83E2-ADE8319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Thể loại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31BC0-6150-47B9-9FF9-1A515B57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Thêm, sửa, xóa và tra cứu thể loại sách; hỗ trợ lọc sách theo nhóm nội dung.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A94E2-6D6F-446A-9BD9-D295A66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3FB48-EBB7-4AA3-B37F-B0CE566D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8BD58-8686-4CA7-8B2C-D43A809C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Tác giả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1AE59-6C54-46E9-BFAA-BAFAA3D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Quản lý danh sách tác giả, liên kết nhiều tác giả với một đầu sách.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F3BD0-33DE-47CC-854F-2243991A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04800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5E625-2740-4939-AA8A-0393179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14F32-F07A-45D6-8AFD-4177EA5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Nhà xuất bản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852E2-27E3-49D8-8DDC-A2BE965E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Lưu thông tin nhà xuất bản, phục vụ quản lý nguồn gốc và biên mục sách.</a:t>
            </a:r>
          </a:p>
        </p:txBody>
      </p:sp>
    </p:spTree>
    <p:extLst>
      <p:ext uri="{BB962C8B-B14F-4D97-AF65-F5344CB8AC3E}">
        <p14:creationId xmlns:p14="http://schemas.microsoft.com/office/powerpoint/2010/main" val="1076862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A6DD4-F4CD-4A61-B1B3-A03C65C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A5F5-4AD3-4AF8-B44C-5D354975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Bán hàng &amp; hóa đơn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F7B11-F29F-4788-8C4D-8F81BBD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Hỗ trợ nhân viên lập hóa đơn nhanh, tính tổng tiền và cập nhật tồn kho tự động.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830AA-E479-4E9C-8B2B-F16A4E75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1E96-710C-41D8-BE87-587BCF97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529F8-1478-4C61-9961-8CA56EA9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4F9E3-1795-4AEA-BE75-4F5F37BC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955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Tạo hóa đơn bán hàng từ danh sách sách và khách hàng.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71B30-F209-4FC0-B7E7-D5997E72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FBACE-69A0-41B8-84F7-B2494851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chi tiết hóa đơn, số lượng, đơn giá và tổng tiền.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A4945-2BCC-42A9-9FF2-F8065F1D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64543-6AC6-4556-A161-E7D6926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671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Xác nhận thanh toán tiền mặt hoặc trạng thái thanh toán.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96498-9521-4B87-ACA4-D37C8BA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A6A6A-3E03-43BA-B695-ECDCEFC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529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Hủy đơn khi phát sinh sai sót, đồng bộ lại dữ liệu liên quan.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98306-8F9B-4B7B-89B3-7ED7D558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7E05A-5E9D-4DA0-A3D1-6319A5B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387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Thống kê hóa đơn phục vụ báo cáo doanh thu.</a:t>
            </a:r>
          </a:p>
        </p:txBody>
      </p:sp>
    </p:spTree>
    <p:extLst>
      <p:ext uri="{BB962C8B-B14F-4D97-AF65-F5344CB8AC3E}">
        <p14:creationId xmlns:p14="http://schemas.microsoft.com/office/powerpoint/2010/main" val="1941112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A22F8-283F-4071-BC36-99191DB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DD43C-897A-4306-93E9-40235AE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Nhập hàng &amp; tồn kho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BB62E-912C-471A-9B87-24F2BCF3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Theo dõi quá trình nhập sách từ nhà cung cấp và kiểm soát tồn kho.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CAF81-4196-4B4F-8ECA-EE8A4FA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AFF96-60FD-4658-A082-6EFCFC9D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A42DB-9560-4980-8296-E7E4829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22430-632C-469E-844F-EC0213CC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9AE85-397F-4269-8DA7-F07F26E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Nhà cung cấp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5E3A9-B838-4AD2-8525-FB76B326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743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Quản lý thông tin nhà cung cấp, phục vụ lập phiếu nhập và truy xuất nguồn hàng.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CF06D-DFC7-4ED9-A422-D0B2E0E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18E6B-F3CB-4BBB-BEA1-ED8878F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34E75-CF10-42BD-B533-B232EBE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Phiếu nhập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F1826-AE82-4678-90CC-4EEF9B0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2743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Tạo, cập nhật, hủy phiếu nhập; quản lý chi tiết sách và số lượng nhập.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6804F-1DF1-4E6F-9FD6-6141F5CF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86786-79B9-46DA-A9CE-7281E548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2EF55-BE83-4A76-9F3C-16892DA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Tồn kho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79A13-1D8F-4267-A6A7-FA0FAD1D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743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Tổng hợp tồn kho, sách tồn nhiều và sách sắp hết để hỗ trợ quyết định nhập hàng.</a:t>
            </a:r>
          </a:p>
        </p:txBody>
      </p:sp>
    </p:spTree>
    <p:extLst>
      <p:ext uri="{BB962C8B-B14F-4D97-AF65-F5344CB8AC3E}">
        <p14:creationId xmlns:p14="http://schemas.microsoft.com/office/powerpoint/2010/main" val="2876399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36395-6708-4F03-9D8F-5427DC4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BFE03-F8FB-4EC8-9262-784BCA2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Quản lý khách hàng &amp; ưu đãi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B3D6-5B25-4CF6-853F-1A25A374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Lưu hồ sơ khách hàng, tích điểm và hỗ trợ mã giảm giá.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02A46-7EC7-4AB5-96AB-F507F0CD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C36B0-24C8-4C17-8A42-8D986D8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E3F92-14F5-4BAB-AC4B-E71B4C7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A5491-3B8E-40D3-AC9E-C0B3A22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955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Thêm, sửa, xóa và tìm kiếm khách hàng.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BD68-17DE-4F63-8745-E530AC7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678C-F999-48F9-B591-D286941A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Cập nhật avatar, thông tin liên hệ và dữ liệu thành viên.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9ABA-81C5-400C-8081-68EAE02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E1732-4A5B-48EB-B5AF-99E318C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671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Theo dõi điểm tích lũy, hạng thành viên và lịch sử mua hàng.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ED247-F907-472C-AB9D-1697ACEF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3FDAE-4682-45DE-99DF-FDA10B9E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529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Đổi điểm lấy mã giảm giá để tăng khả năng quay lại mua.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0F144-A6CD-4620-A6EE-16A2143C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DEFA8-34C5-459B-BA7D-20074C04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387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Tự động cập nhật điểm/hạng qua tác vụ định kỳ.</a:t>
            </a:r>
          </a:p>
        </p:txBody>
      </p:sp>
    </p:spTree>
    <p:extLst>
      <p:ext uri="{BB962C8B-B14F-4D97-AF65-F5344CB8AC3E}">
        <p14:creationId xmlns:p14="http://schemas.microsoft.com/office/powerpoint/2010/main" val="994038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F532EF-9C3D-43CA-923A-CDAEC35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2669C-BE9F-4E62-AF72-B238F47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Nhân viên &amp; phân quyền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90D1C-B679-479D-979D-51512F5A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Quản trị tài khoản nội bộ và giới hạn chức năng theo vai trò.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2C40B-9D71-4CEE-B329-37C2C25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51214-236C-40D0-B6B7-9457B6FD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DA63C-0315-4324-B4D5-06F1CF7A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63485-F7A7-4603-9A07-CFEC5E0E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5B3FA-96BA-43C1-97E1-32357D3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Tài khoản nhân viên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EB045-EAA9-4A2F-A2CF-AF80F4F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743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Tạo mới, cập nhật, xóa và xem danh sách người dùng trong hệ thống.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E147E-4EDE-4751-B1C9-A6E6CA5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CF071-986A-4B32-AB81-9E6B2A0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FF872-0CF8-4AEA-B6E3-FA818B06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Phân quyền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82AE3-78C3-4A1C-8F4E-96DE886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81300"/>
            <a:ext cx="2743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Gán quyền theo chức năng như quản lý sách, hóa đơn, khách hàng, báo cáo.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284C7-F807-4309-AECD-81DFF90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20FCC-E7A6-44C7-A662-E72A682C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D519A-720E-4695-93B0-81A60348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Hiệu suất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5824C-5667-482E-B349-959CAD3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743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Thống kê nhân viên xuất sắc dựa trên số đơn và doanh thu xử lý.</a:t>
            </a:r>
          </a:p>
        </p:txBody>
      </p:sp>
    </p:spTree>
    <p:extLst>
      <p:ext uri="{BB962C8B-B14F-4D97-AF65-F5344CB8AC3E}">
        <p14:creationId xmlns:p14="http://schemas.microsoft.com/office/powerpoint/2010/main" val="6707285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52458-20A8-49E8-A2C4-9286D872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6048D-728C-4209-A46C-2F0967C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Phiếu giữ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481E7-8049-450B-82B3-00B501A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Cho phép giữ sách cho khách và tự động xử lý các phiếu quá hạn.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C34E-60D3-437E-AA11-4BED059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FB8E8-F3C2-49BB-A632-2B54EC83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83558-0113-440C-A44F-E8066B3A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F21E6-138E-4FBE-8D54-C635DD8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334C-FF34-456B-B0FD-9AE4C5B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84E9C-CEE4-4BFE-BEDA-3F28D7C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76CEA-076D-4EF7-BC26-200915A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Tạo phiếu giữ cho khách hàng.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6264-D0B5-49AE-827D-345E98F5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C0F8A-0A00-423C-99ED-27D1108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0F739-CDE1-41C5-85D6-0934466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4271A-D087-4710-BD99-8AD6757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Thêm sách và số lượng vào phiếu.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26A71-9017-490A-9B9F-071C01D9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64813-99D1-470B-82F5-6C96D83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856A9-8F5F-4532-92BC-8523B489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E52B3-D4AC-44AC-912F-530187F8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Xác nhận phiếu khi khách nhận sách.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87355-1CE5-4047-BCF1-78FD06CE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9EE2F-2AD0-4DEF-A3FD-60708A95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41810-7123-4D62-AC23-16CC2B5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3375B-B6A7-4EA9-B333-07676DB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Hủy phiếu khi khách không còn nhu cầu.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EE1E3-4F43-40D2-BDDD-1A5971D1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A90C5-08FD-438D-AFF4-F7E2FEE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246BC-AF58-48D9-A2F2-C464FFA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6C8CA-6598-4D37-9E85-D757647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Scheduler tự động đánh dấu phiếu quá hạn.</a:t>
            </a:r>
          </a:p>
        </p:txBody>
      </p:sp>
    </p:spTree>
    <p:extLst>
      <p:ext uri="{BB962C8B-B14F-4D97-AF65-F5344CB8AC3E}">
        <p14:creationId xmlns:p14="http://schemas.microsoft.com/office/powerpoint/2010/main" val="1496510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F5697-C93F-4ABD-B87C-E1094DD3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62F73-D7CD-4A13-B5B5-4C587D45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CSKH &amp;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2C4BB-BC7A-4CCD-A9C2-CD4F33D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Thu thập phản hồi từ khách hàng và hỗ trợ nhân viên phản hồi trực tiếp.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99582-ACBD-415A-8A35-F3CD75C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41638-B37C-4765-A0CB-49EF5F84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D6CEB-8E22-4D9A-9223-557A46D1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1B94D-C504-4EF3-86E7-936567E7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955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Khách hàng có thể gửi đánh giá công khai.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19B1B-2C2A-4E3A-919C-2E9A7FDA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B0E66-6529-4CDD-A6A2-277DE44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Nhân viên xem danh sách đánh giá trong khu vực CSKH.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B3E1B-E4B4-465F-A65E-A347AEE5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ADF9D-2173-4C0E-8454-456A793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671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Phản hồi đánh giá bằng tài khoản nhân viên hoặc tên hiển thị.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2A450-ED13-4302-9A74-15C5387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2AAC2-DE5A-4A92-BC6C-04055424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529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Xóa đánh giá không phù hợp khi cần quản trị nội dung.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07BA8-2006-4E08-A1A0-4191D0DB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2549D-3A02-43B4-8065-D6C2D3E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387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Tận dụng phản hồi để cải thiện dịch vụ và trải nghiệm mua hàng.</a:t>
            </a:r>
          </a:p>
        </p:txBody>
      </p:sp>
    </p:spTree>
    <p:extLst>
      <p:ext uri="{BB962C8B-B14F-4D97-AF65-F5344CB8AC3E}">
        <p14:creationId xmlns:p14="http://schemas.microsoft.com/office/powerpoint/2010/main" val="4983371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790BC-7A95-4A05-83F8-34E2D770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C4F2-2F90-4F37-9164-3C336637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Báo cáo &amp; KPI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F5406-AC6B-4BF2-800C-96462AF8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Cung cấp dữ liệu tổng hợp để hỗ trợ ra quyết định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828F5-F96E-40D2-B5F6-7F51287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EA46A-485D-411C-A967-181EE35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E58D1-1E07-403D-9207-E28649F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4765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4A062-2211-4BE5-ADA9-B644F06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3EAF2-1A50-4B80-8331-7EE1E0E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Doanh thu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30EEF-C9AB-4172-ADB4-F91F054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076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Theo ngày, tháng, năm, 7 ngày, 30 ngày và khoảng tùy chọn.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397DC-D870-43A4-88AF-FE32A215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4765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0F0E9-0542-4E7A-ABD5-EB74107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308B7-7A1E-4044-A4AC-0439B24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Cơ cấu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FAFFF-DA5E-40CA-9254-97A9462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2076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Doanh thu theo thể loại và top sách doanh thu cao.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AB4C-F4AD-4A60-9584-41E3CEB4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4765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99772-547F-4595-B1CD-D64A900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30B22-3417-47FE-A7C2-2047C858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Tồn kho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AC8D1-6704-45A1-BD43-48BF159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2076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Tổng tồn, sách tồn nhiều và sách tồn ít.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29BF7-83F8-44D4-8DDD-BCC027B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095500" cy="233362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4AFB0-57DC-4074-99ED-69152933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707BC-9A04-4899-B2BB-6E28081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74BDD-A736-4DCC-BA78-E9A17E8A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695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Đặt và theo dõi mục tiêu doanh thu hôm nay.</a:t>
            </a:r>
          </a:p>
        </p:txBody>
      </p:sp>
    </p:spTree>
    <p:extLst>
      <p:ext uri="{BB962C8B-B14F-4D97-AF65-F5344CB8AC3E}">
        <p14:creationId xmlns:p14="http://schemas.microsoft.com/office/powerpoint/2010/main" val="17826767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EC004-B183-410C-AC7E-DA67AEC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01AEB-E5F5-491A-BBE1-BCB7863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39814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EE88E-7B9D-43CF-B317-D466833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10665"/>
            <a:ext cx="523875" cy="23050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B3BB8-A3F5-420A-9BC2-6F8DC5ED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076450"/>
            <a:ext cx="2724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8BBCE-89BB-405E-8D9F-F455D6F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980" y="2474595"/>
            <a:ext cx="2724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84F3A-A359-4ED9-B09A-AD5FB2BD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1322070"/>
            <a:ext cx="461010" cy="249364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7BD2D-AF25-45A3-ACDA-CE24A57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765" y="188785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A168E-4E48-4683-A23A-035522E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765" y="22860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C0E0C-CDD1-4869-B862-2AD51CB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955" y="1238250"/>
            <a:ext cx="607695" cy="257746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736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03711-28E5-44E9-99C9-7184161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1804035"/>
            <a:ext cx="3562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E84E5-C2A0-4388-A33B-A7CBF8D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2202180"/>
            <a:ext cx="3562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3BFFF-2EDC-47AA-BD05-A11B3FD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560" y="1426845"/>
            <a:ext cx="502920" cy="238887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B7C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6A940-31DF-46F8-8602-5C654B89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992630"/>
            <a:ext cx="251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2FE9F-B4EC-41F8-BE15-86A36DF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90775"/>
            <a:ext cx="2514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51DE5-DF57-4A19-A45B-BB14EA2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390" y="1301115"/>
            <a:ext cx="461010" cy="25146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87DCF-C9FC-4DCB-95CD-5ED435F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18669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36629-38F6-4E77-982C-26F0A74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120" y="2265045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0F036-7E49-46C6-BDCC-155CAB7E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DF1AA-3E9D-40AD-AFEE-46A6BE3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Quy trình &amp; kết quả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C86A8-BA19-4082-948E-B39979D7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Tóm tắt luồng nghiệp vụ, kết quả đạt được và hướng phát triển.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94164-4E16-448C-AC11-362AD1A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95875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C87C3-1648-4101-A07B-CBAA6B6C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7FA2-A308-4516-B95B-6C71DE7E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Luồng nghiệp vụ bán hàng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11BDB-DAD8-4FDE-823D-6EF73133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Từ chọn sách đến thanh toán, dữ liệu hóa đơn và tồn kho được đồng bộ.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263DF-279C-409D-9045-A53CBE3A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D36B1-E029-4007-ABED-7CBE654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1B502-AB64-4E5C-BDFF-3EA5999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0A0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576F7-5409-44C3-B498-81E62F1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F0EB8-80EA-4BF0-8224-8741EAD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016DC-DDFA-4FC3-8F1B-1B194E4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6305A-41E9-42C2-8625-21791EDD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Tra cứu sách và kiểm tra tồn kho.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706D7-6F6F-4FCD-9AD5-B9D986E5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2EB28-98A4-4280-B84B-7589233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13AB7-4291-4FB8-A96D-BADBFFE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DEBE5-3F38-4923-BF5A-F9D1C4A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Chọn khách hàng hoặc tạo khách hàng mới.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9DAE5-2A0E-4BDC-8BF1-4EBDFE3F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142FD-9C8D-4D53-A6E6-5747CC45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26B00-6368-4329-A130-4B5EAA7E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4AF5C-0402-423A-9E04-E36E954E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Lập hóa đơn và chi tiết hóa đơn.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8BAAF-8195-4141-95DE-AC5EE7B5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CD071-FCB9-419A-B425-DADB120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713AF-809F-47AC-8E23-CBDBCE3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D53D0-9165-4BEE-80F8-1331A15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Xác nhận thanh toán.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61CA4-B790-434D-85AE-CD47247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000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33A9C-5DA5-486C-BF45-7D46B98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1717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41CB9-D744-44E6-9EA6-2A33012F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562100" cy="23812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E98DA-CD66-4EF4-AF83-BF95FEB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5650"/>
            <a:ext cx="1257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Cập nhật tồn kho, điểm khách hàng và báo cáo.</a:t>
            </a:r>
          </a:p>
        </p:txBody>
      </p:sp>
    </p:spTree>
    <p:extLst>
      <p:ext uri="{BB962C8B-B14F-4D97-AF65-F5344CB8AC3E}">
        <p14:creationId xmlns:p14="http://schemas.microsoft.com/office/powerpoint/2010/main" val="10363319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F2E75-644F-42B0-861E-2DF2309B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07F1C-918F-41F8-9997-7917300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Kết quả đạt được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A0665-B9EE-4C33-82A0-DFC684E2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Phần mềm đã hoàn thiện các nghiệp vụ cốt lõi của hệ thống quản lý nhà sách.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99B1-33D2-43AF-AB79-C564E60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6A83-5323-4503-AEDD-80557E2A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FF655-6D88-4E43-9EB3-6A22D26C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9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B7819-91E8-4058-AC15-A38705D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5262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Xây dựng backend REST API theo mô hình phân tầng rõ ràng.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C9C6-1F0B-49D9-B0CA-B2132B3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D8D87-F0DB-46AB-A64B-BA4BE1A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Hoàn thiện giao diện quản trị cho các phân hệ chính.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9DBA3-1927-42AF-866E-57A2D55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B0BFD-6A32-47C7-8F0C-FE30AF40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3372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Áp dụng xác thực JWT và phân quyền chức năng.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7A3D0-2C1E-43A4-A58A-2CEE155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C89BB-53E8-4454-9764-7A2DF851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Tích hợp lưu ảnh Cloudinary và tài liệu API Swagger.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2BC0-FE1A-4952-8482-04A587D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B30BB-269E-49EA-B1AA-51D7BA28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1482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Có scheduler tự động cho điểm khách hàng và phiếu giữ quá hạn.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219E6-EEDD-441B-A5B7-10358E2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62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6CE4C-5D9D-4FC0-8A4F-75399C8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905375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Có dashboard/báo cáo hỗ trợ theo dõi doanh thu, KPI và tồn kho.</a:t>
            </a:r>
          </a:p>
        </p:txBody>
      </p:sp>
    </p:spTree>
    <p:extLst>
      <p:ext uri="{BB962C8B-B14F-4D97-AF65-F5344CB8AC3E}">
        <p14:creationId xmlns:p14="http://schemas.microsoft.com/office/powerpoint/2010/main" val="16330016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3BD1D-4E45-4706-AB8F-5B3D637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B3F53-4B10-471F-9E1B-A93497B3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Hạn chế hiện tại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D6977-2A90-4CD4-8684-2502EA1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Một số điểm có thể tiếp tục hoàn thiện để tăng tính thực tế khi triển khai.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39F2-230C-4F8A-BE51-A475C69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E759-C7A2-436B-8C0A-98B04A8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C3AF8-3DB9-45A0-9E61-7AB5FE5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30480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D6DA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9A1AA-81B4-4D22-98C4-5A74E211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62B9B-F896-4791-8D5B-7B5E305A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Thanh toán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DBF2E-3A10-4656-8DB2-A2C9203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26479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Mới dừng ở quản lý trạng thái và webhook, chưa mở rộng đầy đủ nhiều cổng thanh toán.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71D6-3BA3-4595-A15F-A243ECF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DD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2733F-058C-45B9-9914-2F7C0C1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001DC-62BB-43A2-8898-E43160D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52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Kiểm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D2618-72E6-41D5-8B2B-62241302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33675"/>
            <a:ext cx="26479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Cần bổ sung test nghiệp vụ và kiểm thử tích hợp cho các luồng quan trọng.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55252-B865-4475-8855-EFF5137B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30480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BEECE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CAFE9-53F9-4546-BC9F-66BE21D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B363C-20A6-4B24-A01E-CEA7AF88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526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Triển khai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B1970-F410-4D6E-8BCE-804FB38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26479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Có cấu hình môi trường nhưng cần tối ưu log, backup và giám sát khi vận hành thật.</a:t>
            </a:r>
          </a:p>
        </p:txBody>
      </p:sp>
    </p:spTree>
    <p:extLst>
      <p:ext uri="{BB962C8B-B14F-4D97-AF65-F5344CB8AC3E}">
        <p14:creationId xmlns:p14="http://schemas.microsoft.com/office/powerpoint/2010/main" val="11530053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4AB0A-D47C-4BA1-9685-86C618F6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F108-3D6D-4FF7-ABE8-F70C76A4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99BD9-C42A-4757-98B6-BAA2A66A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Mở rộng hệ thống theo hướng vận hành chuyên nghiệp và trải nghiệm người dùng tốt hơn.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415C6-E8AD-47B8-98D3-32C03EA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26D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B530B-8F7C-4087-9651-7D6BB8E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17364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99CB7-9962-4CB9-ABFF-B8E9AC7B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7BA4-144F-41EE-805E-A997CAB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955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Bổ sung quét mã vạch/QR để tăng tốc bán hàng và nhập hàng.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1690-C946-4869-8BF4-0A495F0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BC2CF-4A85-4579-B48D-A7C9F86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Hoàn thiện tích hợp thanh toán online và đối soát giao dịch.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9B717-88FC-4093-B5CE-9069986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7087F-0509-4AFA-B501-974FBCA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671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Thêm biểu đồ phân tích lợi nhuận, chi phí và dự báo tồn kho.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EE83C-1513-4BFA-85F7-329AE05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B3FCF-C21B-40AF-86C6-AF0730DE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529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Xây dựng giao diện khách hàng để tra cứu sách, đặt giữ và đánh giá.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8E7D2-7AE0-4538-8D4A-8E90570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4DB67-CC17-44CD-830F-2D21A8D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387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1F22"/>
                </a:solidFill>
                <a:latin typeface="Aptos"/>
                <a:ea typeface="Aptos"/>
                <a:cs typeface="Aptos"/>
              </a:rPr>
              <a:t>Bổ sung test tự động, phân quyền chi tiết hơn và audit log.</a:t>
            </a:r>
          </a:p>
        </p:txBody>
      </p:sp>
    </p:spTree>
    <p:extLst>
      <p:ext uri="{BB962C8B-B14F-4D97-AF65-F5344CB8AC3E}">
        <p14:creationId xmlns:p14="http://schemas.microsoft.com/office/powerpoint/2010/main" val="3873762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446F3-3F19-47AD-9ED3-19BADEA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3363"/>
            <a:ext cx="4524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6F67D-2033-4189-BAD8-C817614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76363"/>
            <a:ext cx="595313" cy="2619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D978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DD7A8-4032-49D3-9EC9-DB2B1EB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19300"/>
            <a:ext cx="309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C4DBA-D1EC-45B6-A176-FE645E9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1738"/>
            <a:ext cx="309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70814-0028-4FC3-ACA6-FEAFE2C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1162050"/>
            <a:ext cx="523875" cy="2833688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CEAFB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4EE48-0B26-4EEA-91AB-690A4A87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1804988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599F-C712-4443-8AD4-7497D9F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22574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915F8-2E36-4C27-AFE5-5342C0F2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688" y="1066800"/>
            <a:ext cx="690563" cy="2928938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736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08746-EE85-4CE8-ADF2-0CC313E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1709738"/>
            <a:ext cx="404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0A70-7A2F-4607-9274-4BA7E274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2162175"/>
            <a:ext cx="404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93D43-12A6-4F67-AD2F-86E76C4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81113"/>
            <a:ext cx="571500" cy="271462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DB7C4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B7D3D-FB53-47D4-9201-6141E05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C5C06-1F3E-46B6-89FC-A984086A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6488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5F04E-7F08-4E14-BA0F-354DE76C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38238"/>
            <a:ext cx="523875" cy="28575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0D4CB-C37A-4021-9183-25B78EB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811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604D2-27AE-4CB4-B87C-A04C8709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3613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3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5D0E9-75D0-44B2-95DA-7DFBFAE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1F22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F1F22"/>
                </a:solidFill>
                <a:latin typeface="Aptos"/>
                <a:ea typeface="Aptos"/>
                <a:cs typeface="Aptos"/>
              </a:rPr>
              <a:t>Cảm ơn thầy và các bạn đã lắng nghe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753A5-EC4B-47A9-9672-55405E7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173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17364"/>
                </a:solidFill>
                <a:latin typeface="Aptos"/>
                <a:ea typeface="Aptos"/>
                <a:cs typeface="Aptos"/>
              </a:rPr>
              <a:t>BookHouse - Hệ thống quản lý nhà sách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082C-EA2D-4DBC-A20F-8B55B29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62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626D"/>
                </a:solidFill>
                <a:latin typeface="Aptos"/>
                <a:ea typeface="Aptos"/>
                <a:cs typeface="Aptos"/>
              </a:rPr>
              <a:t>Nhóm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82833-7B63-4C8B-85C1-1B67283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190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736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4195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2026-06-17T08:19:47.1750000Z</dcterms:created>
  <dcterms:modified xsi:type="dcterms:W3CDTF">2026-06-17T08:19:47.1750000Z</dcterms:modified>
</coreProperties>
</file>